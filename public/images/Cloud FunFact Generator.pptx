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Space Mono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bold.fntdata"/><Relationship Id="rId22" Type="http://schemas.openxmlformats.org/officeDocument/2006/relationships/font" Target="fonts/SpaceMono-boldItalic.fntdata"/><Relationship Id="rId21" Type="http://schemas.openxmlformats.org/officeDocument/2006/relationships/font" Target="fonts/SpaceMono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SpaceMon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1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11" Type="http://schemas.openxmlformats.org/officeDocument/2006/relationships/image" Target="../media/image53.png"/><Relationship Id="rId10" Type="http://schemas.openxmlformats.org/officeDocument/2006/relationships/image" Target="../media/image45.png"/><Relationship Id="rId9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Relationship Id="rId7" Type="http://schemas.openxmlformats.org/officeDocument/2006/relationships/image" Target="../media/image50.png"/><Relationship Id="rId8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5992" y="2133153"/>
            <a:ext cx="7679866" cy="1302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Project Showcase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FunFact Generator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76412" y="3625750"/>
            <a:ext cx="8639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From Theory to Practice: An End-to-End Serverless AWS Project Integrated with GenAI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442004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442004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4420046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824930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It All Started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61357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 started the FunFact Generator project with one simple goal: to improve my real hands-on cloud skills and understand how AWS services work in an actual application, not just in theory.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67084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a fresher, I often felt confused about how services connect. I wanted to build something small but meaningful — something that shows my ability to build an end-to-end cloud solution.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19387"/>
            <a:ext cx="5905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3557587"/>
            <a:ext cx="233029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Hosting &amp; Storage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94617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Amplify Hosting and S3 buckets for static sites. Understanding deployment pipelines.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19387"/>
            <a:ext cx="666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645074" y="3557587"/>
            <a:ext cx="19502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API &amp; Compute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9461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 routing, CORS resolutions, and Lambda functions for serverless logic.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374" y="2719387"/>
            <a:ext cx="5905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423374" y="3557587"/>
            <a:ext cx="167020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Security &amp; AI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9461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IAM permissions for secure access control and Amazon Bedrock integration for GenAI.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8813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87949" y="28813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6249" y="2881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254472"/>
            <a:ext cx="503516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 Wanted to Learn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66775" y="2986087"/>
            <a:ext cx="14501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Amplify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Does it use CloudFront? Do I manage it?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Amplify handles everything internally. Just upload code &amp; deploy.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45074" y="2986087"/>
            <a:ext cx="19502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CORS Errors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Why is the browser blocking my API?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Configured API Gateway headers and Lambda responses correctly.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23374" y="2986087"/>
            <a:ext cx="171021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IAM Roles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3374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Lambda failing to call DB/AI.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Learned to attach specific policies for "Least Privilege" access.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956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9956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9956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1521172"/>
            <a:ext cx="7968339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Confusion Phase (Real Struggles)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753492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Building the Backend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5421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Once the frontend was ready, I architected the serverless backend logic: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330413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Lambda Function: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brain that orchestrates logic.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7518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DynamoDB: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Stores raw facts with simple ID keys.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419948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Amazon Bedrock: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Rewrites facts with wit.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6471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secure bridge to the frontend.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6128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089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5663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704308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31865"/>
            <a:ext cx="43815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1192559"/>
            <a:ext cx="4600575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Adding AI with Bedrock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248409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was the most exciting part. I used Bedrock to take a normal fact like "Honey never spoils" and turn it into something witty.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4912965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Learning model invocation, token usage, and error handling gave my project a unique, modern touch.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990600" y="3922365"/>
            <a:ext cx="396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"Honey never spoils — just like your love for procrastinating."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30760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8105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visits Amplify hosted site. JS triggers request.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603441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Gateway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65373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API Gateway receives request &amp; routes to Lambda.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476121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Logic &amp; DB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2641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Lambda fetches raw data from DynamoDB.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348802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GenAI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399091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Bedrock rewrites text &amp; Lambda responds.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1657350"/>
            <a:ext cx="6686929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Understanding the Architecture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2826990"/>
            <a:ext cx="716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After trial and error, I finally understood the full data flow. This was my "Turning Point".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4599533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71500" y="2580233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076325" y="277073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cloud services communicate securely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258023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0" y="2580233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219825" y="277073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frontend interacts with backend via APIs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0" y="258023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1500" y="3599408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076325" y="3789908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to debug complex CORS and IAM issues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3599408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0" y="3599408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219825" y="3789908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serverless architecture reduces management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715000" y="3599408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" y="4618583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76325" y="480908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to integrate AI (Bedrock) in real apps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461858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0" y="4618583"/>
            <a:ext cx="4953000" cy="6858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219825" y="480908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Problem solving and patience without a mentor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0" y="461858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28278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8278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8470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8470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486623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486623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1258192"/>
            <a:ext cx="722215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 Learned (Real Takeaways)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381750" y="1556444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This Changed Me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381750" y="234508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was more than a technical project. It boosted my confidence as an aspiring cloud engineer.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81750" y="3145184"/>
            <a:ext cx="550068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Before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381750" y="347082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Unsure about AWS, feared CORS errors, and didn't understand full architectures.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381750" y="4223295"/>
            <a:ext cx="550068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After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381750" y="454893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 can design end-to-end systems, fix issues independently, and integrate multiple services. I feel like a real developer.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0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501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401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146125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60%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427112" y="4399508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Increased Engagement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4829026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1000+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076676" y="4399508"/>
            <a:ext cx="2038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Unique Facts Generated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511926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90%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811964" y="4399508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Reduced Manual Effort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1839217"/>
            <a:ext cx="3093199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Impact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871787"/>
            <a:ext cx="5905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871787"/>
            <a:ext cx="666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866775" y="3709987"/>
            <a:ext cx="208026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User Experience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66775" y="409857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 login/authentication and improve the UI design.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45074" y="3709987"/>
            <a:ext cx="109013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645074" y="409857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 "Fact Analytics" to track clicks and multi-language support.</a:t>
            </a:r>
            <a:endParaRPr/>
          </a:p>
        </p:txBody>
      </p:sp>
      <p:pic>
        <p:nvPicPr>
          <p:cNvPr descr="image.png" id="259" name="Google Shape;25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71787"/>
            <a:ext cx="5143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8423374" y="3709987"/>
            <a:ext cx="131016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Expansion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423374" y="40985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DynamoDB streams for auto-updates and build a Flutter mobile app.</a:t>
            </a:r>
            <a:endParaRPr/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033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6249" y="303371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571500" y="1406872"/>
            <a:ext cx="25628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 Plans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952500" y="2227957"/>
            <a:ext cx="68580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"This project represents my curiosity, persistence, and desire to become a cloud engineer. It proved I can learn anything by myself." 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3490912" y="4753867"/>
            <a:ext cx="1781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— Final Reflection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571500" y="263381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4185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44014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51862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79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20014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https://img.freepik.com/premium-photo/programmer-working-late-night-coding-multiple-computer-monitors_1187703-188777.jpg?w=360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22471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927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27862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https://d2908q01vomqb2.cloudfront.net/1b6453892473a467d07372d45eb05abc2031647a/2022/05/24/PowerShell-code-in-Lambda-console.png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30319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aws.amazon.com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6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357098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https://static.vecteezy.com/system/resources/previews/027/433/286/non_2x/glowing-ai-brain-with-circuits-and-chipset-processor-futuristic-artificial-intelligence-cpu-digital-technology-illustration-concepts-vector.jpg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40147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603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45538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https://img.freepik.com/premium-vector/person-standing-mountain-peak-flat-vector-illustration-representing-achievement-success_854757-18642.jpg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47995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442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533861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https://static.vecteezy.com/system/resources/thumbnails/026/786/630/small_2x/abstract-futuristic-cloud-computing-technology-concept-dark-blue-background-illustration-vector.jpg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57824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571500" y="688925"/>
            <a:ext cx="313804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