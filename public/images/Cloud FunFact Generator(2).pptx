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Space Mono" panose="020B0604020202020204" charset="0"/>
      <p:regular r:id="rId15"/>
      <p:bold r:id="rId16"/>
      <p:italic r:id="rId17"/>
      <p:boldItalic r:id="rId18"/>
    </p:embeddedFont>
    <p:embeddedFont>
      <p:font typeface="Urbanist" panose="020B060402020202020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5.png"/><Relationship Id="rId9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44.png"/><Relationship Id="rId5" Type="http://schemas.openxmlformats.org/officeDocument/2006/relationships/image" Target="../media/image39.png"/><Relationship Id="rId10" Type="http://schemas.openxmlformats.org/officeDocument/2006/relationships/image" Target="../media/image43.png"/><Relationship Id="rId4" Type="http://schemas.openxmlformats.org/officeDocument/2006/relationships/image" Target="../media/image38.png"/><Relationship Id="rId9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255992" y="2133153"/>
            <a:ext cx="7679866" cy="1302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Project Showcase</a:t>
            </a:r>
            <a:r>
              <a:rPr lang="en-US" sz="54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Cloud FunFact Generator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776412" y="3625750"/>
            <a:ext cx="86391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From Theory to Practice: An End-to-End Serverless AWS Project Integrated with GenAI</a:t>
            </a:r>
            <a:endParaRPr dirty="0"/>
          </a:p>
        </p:txBody>
      </p:sp>
      <p:pic>
        <p:nvPicPr>
          <p:cNvPr id="87" name="Google Shape;87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72100" y="4420046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3600" y="4420046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15100" y="4420046"/>
            <a:ext cx="3048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047750"/>
            <a:ext cx="523875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71500" y="1824930"/>
            <a:ext cx="5500687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How It All Started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2613570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 started the FunFact Generator project with one simple goal: to improve my real hands-on cloud skills and understand how AWS services work in an actual application, not just in theory.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3670845"/>
            <a:ext cx="52387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As a fresher, I often felt confused about how services connect. I wanted to build something small but meaningful — something that shows my ability to build an end-to-end cloud solution.</a:t>
            </a:r>
            <a:endParaRPr/>
          </a:p>
        </p:txBody>
      </p:sp>
      <p:pic>
        <p:nvPicPr>
          <p:cNvPr id="99" name="Google Shape;99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057275"/>
            <a:ext cx="5219700" cy="474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24112"/>
            <a:ext cx="3492549" cy="3179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424112"/>
            <a:ext cx="3492549" cy="3179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424112"/>
            <a:ext cx="3492549" cy="3179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719387"/>
            <a:ext cx="590550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866775" y="3557587"/>
            <a:ext cx="2330291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Hosting &amp; Storage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866775" y="3946177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AWS Amplify Hosting and S3 buckets for static sites. Understanding deployment pipelines.</a:t>
            </a:r>
            <a:endParaRPr/>
          </a:p>
        </p:txBody>
      </p:sp>
      <p:pic>
        <p:nvPicPr>
          <p:cNvPr id="111" name="Google Shape;111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719387"/>
            <a:ext cx="666750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4645074" y="3557587"/>
            <a:ext cx="1950243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API &amp; Compute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4645074" y="3946177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API Gateway routing, CORS resolutions, and Lambda functions for serverless logic.</a:t>
            </a:r>
            <a:endParaRPr/>
          </a:p>
        </p:txBody>
      </p:sp>
      <p:pic>
        <p:nvPicPr>
          <p:cNvPr id="114" name="Google Shape;114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23374" y="2719387"/>
            <a:ext cx="590550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8423374" y="3557587"/>
            <a:ext cx="1670208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Security &amp; AI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423374" y="3946177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IAM permissions for secure access control and Amazon Bedrock integration for GenAI.</a:t>
            </a:r>
            <a:endParaRPr/>
          </a:p>
        </p:txBody>
      </p:sp>
      <p:pic>
        <p:nvPicPr>
          <p:cNvPr id="117" name="Google Shape;117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09650" y="2881312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787949" y="2881312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566249" y="2881312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571500" y="1254472"/>
            <a:ext cx="5035160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What I Wanted to Learn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90812"/>
            <a:ext cx="3492549" cy="2646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690812"/>
            <a:ext cx="3492549" cy="2646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690812"/>
            <a:ext cx="3492549" cy="264601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866775" y="2986087"/>
            <a:ext cx="1450181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625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Amplify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866775" y="3374677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Confusion: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Does it use CloudFront? Do I manage it?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Solution: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Amplify handles everything internally. Just upload code &amp; deploy.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4645074" y="2986087"/>
            <a:ext cx="1950243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195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CORS Errors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4645074" y="3374677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Confusion: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Why is the browser blocking my API?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Solution: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Configured API Gateway headers and Lambda responses correctly.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8423374" y="2986087"/>
            <a:ext cx="1710213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625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IAM Roles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8423374" y="3374677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Confusion: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Lambda failing to call DB/AI.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Solution: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Learned to attach specific policies for "Least Privilege" access.</a:t>
            </a:r>
            <a:endParaRPr/>
          </a:p>
        </p:txBody>
      </p:sp>
      <p:pic>
        <p:nvPicPr>
          <p:cNvPr id="135" name="Google Shape;135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995612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995612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995612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571500" y="1521172"/>
            <a:ext cx="7968339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Confusion Phase (Real Struggles)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047750"/>
            <a:ext cx="523875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571500" y="1753492"/>
            <a:ext cx="5500687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Building the Backend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571500" y="2542133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Once the frontend was ready, I architected the serverless backend logic: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571500" y="3304133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Lambda Function: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The brain that orchestrates logic.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571500" y="3751808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DynamoDB: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Stores raw facts with simple ID keys.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571500" y="4199483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Amazon Bedrock: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Rewrites facts with wit.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571500" y="4647158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43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API Gateway: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The secure bridge to the frontend.</a:t>
            </a:r>
            <a:endParaRPr/>
          </a:p>
        </p:txBody>
      </p:sp>
      <p:pic>
        <p:nvPicPr>
          <p:cNvPr id="152" name="Google Shape;152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361283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808958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256633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704308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A5BD292-CEC7-7300-BF4C-E19EBC7DC25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69298" y="1643063"/>
            <a:ext cx="5863654" cy="35718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636615"/>
            <a:ext cx="4381500" cy="1298496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762000" y="1192559"/>
            <a:ext cx="4600575" cy="1005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Adding AI with Bedrock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762000" y="2484090"/>
            <a:ext cx="43815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This was the most exciting part. I used Bedrock to take a normal fact like "Honey never spoils" and turn it into something witty.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762000" y="5173236"/>
            <a:ext cx="4381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Learning model invocation, token usage, and error handling gave my project a unique, modern touch.</a:t>
            </a:r>
            <a:endParaRPr dirty="0"/>
          </a:p>
        </p:txBody>
      </p:sp>
      <p:pic>
        <p:nvPicPr>
          <p:cNvPr id="165" name="Google Shape;165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0"/>
            <a:ext cx="59055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900430" y="3636615"/>
            <a:ext cx="39624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i="1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Cloud computing: because nothing says "security" like sending your precious files to a place even meteorologists can't find.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036665"/>
            <a:ext cx="2430660" cy="1163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44180" y="4036665"/>
            <a:ext cx="2430660" cy="1163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16860" y="4036665"/>
            <a:ext cx="2430660" cy="1163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89541" y="4036665"/>
            <a:ext cx="2430660" cy="116383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/>
        </p:nvSpPr>
        <p:spPr>
          <a:xfrm>
            <a:off x="730760" y="4246215"/>
            <a:ext cx="2112138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Frontend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781050" y="4503390"/>
            <a:ext cx="201156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User visits Amplify hosted site. JS triggers request.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3603441" y="4246215"/>
            <a:ext cx="2112138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Gateway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3653730" y="4503390"/>
            <a:ext cx="201156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API Gateway receives request &amp; routes to Lambda.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6476121" y="4246215"/>
            <a:ext cx="2112138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Logic &amp; DB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6526410" y="4503390"/>
            <a:ext cx="201156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Lambda fetches raw data from DynamoDB.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9348802" y="4246215"/>
            <a:ext cx="2112138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GenAI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9399091" y="4503390"/>
            <a:ext cx="201156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Bedrock rewrites text &amp; Lambda responds.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571500" y="1657350"/>
            <a:ext cx="6686929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Understanding the Architecture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571500" y="2826990"/>
            <a:ext cx="716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After trial and error, I finally understood the full data flow. This was my "Turning Point".</a:t>
            </a:r>
            <a:endParaRPr/>
          </a:p>
        </p:txBody>
      </p:sp>
      <p:sp>
        <p:nvSpPr>
          <p:cNvPr id="186" name="Google Shape;186;p19"/>
          <p:cNvSpPr/>
          <p:nvPr/>
        </p:nvSpPr>
        <p:spPr>
          <a:xfrm>
            <a:off x="571500" y="4599533"/>
            <a:ext cx="11049000" cy="38100"/>
          </a:xfrm>
          <a:prstGeom prst="roundRect">
            <a:avLst>
              <a:gd name="adj" fmla="val 16667"/>
            </a:avLst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/>
          <p:nvPr/>
        </p:nvSpPr>
        <p:spPr>
          <a:xfrm>
            <a:off x="571500" y="2580233"/>
            <a:ext cx="4953000" cy="685800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1076325" y="2770733"/>
            <a:ext cx="4257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How cloud services communicate securely</a:t>
            </a:r>
            <a:endParaRPr/>
          </a:p>
        </p:txBody>
      </p:sp>
      <p:sp>
        <p:nvSpPr>
          <p:cNvPr id="194" name="Google Shape;194;p20"/>
          <p:cNvSpPr/>
          <p:nvPr/>
        </p:nvSpPr>
        <p:spPr>
          <a:xfrm>
            <a:off x="571500" y="2580233"/>
            <a:ext cx="38100" cy="685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5715000" y="2580233"/>
            <a:ext cx="4953000" cy="685800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6219825" y="2770733"/>
            <a:ext cx="4257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How frontend interacts with backend via APIs</a:t>
            </a:r>
            <a:endParaRPr/>
          </a:p>
        </p:txBody>
      </p:sp>
      <p:sp>
        <p:nvSpPr>
          <p:cNvPr id="197" name="Google Shape;197;p20"/>
          <p:cNvSpPr/>
          <p:nvPr/>
        </p:nvSpPr>
        <p:spPr>
          <a:xfrm>
            <a:off x="5715000" y="2580233"/>
            <a:ext cx="38100" cy="685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571500" y="3599408"/>
            <a:ext cx="4953000" cy="685800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1076325" y="3789908"/>
            <a:ext cx="4257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How to debug complex CORS and IAM issues</a:t>
            </a:r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571500" y="3599408"/>
            <a:ext cx="38100" cy="685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5715000" y="3599408"/>
            <a:ext cx="4953000" cy="685800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6219825" y="3789908"/>
            <a:ext cx="4257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How serverless architecture reduces management</a:t>
            </a:r>
            <a:endParaRPr/>
          </a:p>
        </p:txBody>
      </p:sp>
      <p:sp>
        <p:nvSpPr>
          <p:cNvPr id="203" name="Google Shape;203;p20"/>
          <p:cNvSpPr/>
          <p:nvPr/>
        </p:nvSpPr>
        <p:spPr>
          <a:xfrm>
            <a:off x="5715000" y="3599408"/>
            <a:ext cx="38100" cy="685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571500" y="4618583"/>
            <a:ext cx="4953000" cy="685800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1076325" y="4809083"/>
            <a:ext cx="4257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How to integrate AI (Bedrock) in real apps</a:t>
            </a:r>
            <a:endParaRPr/>
          </a:p>
        </p:txBody>
      </p:sp>
      <p:sp>
        <p:nvSpPr>
          <p:cNvPr id="206" name="Google Shape;206;p20"/>
          <p:cNvSpPr/>
          <p:nvPr/>
        </p:nvSpPr>
        <p:spPr>
          <a:xfrm>
            <a:off x="571500" y="4618583"/>
            <a:ext cx="38100" cy="685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5715000" y="4618583"/>
            <a:ext cx="4953000" cy="685800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6219825" y="4809083"/>
            <a:ext cx="4257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Problem solving and patience without a mentor</a:t>
            </a:r>
            <a:endParaRPr/>
          </a:p>
        </p:txBody>
      </p:sp>
      <p:sp>
        <p:nvSpPr>
          <p:cNvPr id="209" name="Google Shape;209;p20"/>
          <p:cNvSpPr/>
          <p:nvPr/>
        </p:nvSpPr>
        <p:spPr>
          <a:xfrm>
            <a:off x="5715000" y="4618583"/>
            <a:ext cx="38100" cy="685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0" name="Google Shape;21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0100" y="2827883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43600" y="2827883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0100" y="3847058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43600" y="3847058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0100" y="4866233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43600" y="4866233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 txBox="1"/>
          <p:nvPr/>
        </p:nvSpPr>
        <p:spPr>
          <a:xfrm>
            <a:off x="571500" y="1258192"/>
            <a:ext cx="7222152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What I Learned (Real Takeaways)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047750"/>
            <a:ext cx="523875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057275"/>
            <a:ext cx="5219700" cy="4743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1"/>
          <p:cNvSpPr txBox="1"/>
          <p:nvPr/>
        </p:nvSpPr>
        <p:spPr>
          <a:xfrm>
            <a:off x="6381750" y="1556444"/>
            <a:ext cx="5500687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How This Changed Me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6381750" y="2345084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This was more than a technical project. It boosted my confidence as an aspiring cloud engineer.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6381750" y="3145184"/>
            <a:ext cx="5500687" cy="230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Before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6381750" y="347082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Unsure about AWS, feared CORS errors, and didn't understand full architectures.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6381750" y="4223295"/>
            <a:ext cx="5500687" cy="230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After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6381750" y="4548931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 can design end-to-end systems, fix issues independently, and integrate multiple services. I feel like a real developer.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5600" y="3008858"/>
            <a:ext cx="3314700" cy="200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38501" y="3008858"/>
            <a:ext cx="3314700" cy="200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1401" y="3008858"/>
            <a:ext cx="3314700" cy="200977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2"/>
          <p:cNvSpPr txBox="1"/>
          <p:nvPr/>
        </p:nvSpPr>
        <p:spPr>
          <a:xfrm>
            <a:off x="1146125" y="3399383"/>
            <a:ext cx="253365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38BDF8"/>
                </a:solidFill>
                <a:latin typeface="Space Mono"/>
                <a:ea typeface="Space Mono"/>
                <a:cs typeface="Space Mono"/>
                <a:sym typeface="Space Mono"/>
              </a:rPr>
              <a:t>60%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1427112" y="4399508"/>
            <a:ext cx="1971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Increased Engagement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4829026" y="3399383"/>
            <a:ext cx="253365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38BDF8"/>
                </a:solidFill>
                <a:latin typeface="Space Mono"/>
                <a:ea typeface="Space Mono"/>
                <a:cs typeface="Space Mono"/>
                <a:sym typeface="Space Mono"/>
              </a:rPr>
              <a:t>1000+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5076676" y="4399508"/>
            <a:ext cx="20383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Unique Facts Generated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8511926" y="3399383"/>
            <a:ext cx="253365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38BDF8"/>
                </a:solidFill>
                <a:latin typeface="Space Mono"/>
                <a:ea typeface="Space Mono"/>
                <a:cs typeface="Space Mono"/>
                <a:sym typeface="Space Mono"/>
              </a:rPr>
              <a:t>90%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8811964" y="4399508"/>
            <a:ext cx="19335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Reduced Manual Effort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571500" y="1839217"/>
            <a:ext cx="3093199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Project Impact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352" y="2576512"/>
            <a:ext cx="3492549" cy="28746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576512"/>
            <a:ext cx="3492549" cy="28746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576512"/>
            <a:ext cx="3492549" cy="28746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45074" y="2871787"/>
            <a:ext cx="59055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6775" y="2871787"/>
            <a:ext cx="666750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3"/>
          <p:cNvSpPr txBox="1"/>
          <p:nvPr/>
        </p:nvSpPr>
        <p:spPr>
          <a:xfrm>
            <a:off x="866775" y="3709987"/>
            <a:ext cx="208026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User Experience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866775" y="4098577"/>
            <a:ext cx="290199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Add login/authentication and improve the UI design.</a:t>
            </a:r>
            <a:endParaRPr/>
          </a:p>
        </p:txBody>
      </p:sp>
      <p:sp>
        <p:nvSpPr>
          <p:cNvPr id="257" name="Google Shape;257;p23"/>
          <p:cNvSpPr txBox="1"/>
          <p:nvPr/>
        </p:nvSpPr>
        <p:spPr>
          <a:xfrm>
            <a:off x="4645074" y="3709987"/>
            <a:ext cx="1090136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Features</a:t>
            </a:r>
            <a:endParaRPr/>
          </a:p>
        </p:txBody>
      </p:sp>
      <p:sp>
        <p:nvSpPr>
          <p:cNvPr id="258" name="Google Shape;258;p23"/>
          <p:cNvSpPr txBox="1"/>
          <p:nvPr/>
        </p:nvSpPr>
        <p:spPr>
          <a:xfrm>
            <a:off x="4645074" y="4098577"/>
            <a:ext cx="290199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Add "Fact Analytics" to track clicks and multi-language support.</a:t>
            </a:r>
            <a:endParaRPr dirty="0"/>
          </a:p>
        </p:txBody>
      </p:sp>
      <p:pic>
        <p:nvPicPr>
          <p:cNvPr id="259" name="Google Shape;259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871787"/>
            <a:ext cx="514350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3"/>
          <p:cNvSpPr txBox="1"/>
          <p:nvPr/>
        </p:nvSpPr>
        <p:spPr>
          <a:xfrm>
            <a:off x="8423374" y="3709987"/>
            <a:ext cx="1310163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Expansion</a:t>
            </a:r>
            <a:endParaRPr/>
          </a:p>
        </p:txBody>
      </p:sp>
      <p:sp>
        <p:nvSpPr>
          <p:cNvPr id="261" name="Google Shape;261;p23"/>
          <p:cNvSpPr txBox="1"/>
          <p:nvPr/>
        </p:nvSpPr>
        <p:spPr>
          <a:xfrm>
            <a:off x="8423374" y="4098577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Use DynamoDB streams for auto-updates and build a Flutter mobile app.</a:t>
            </a:r>
            <a:endParaRPr/>
          </a:p>
        </p:txBody>
      </p:sp>
      <p:pic>
        <p:nvPicPr>
          <p:cNvPr id="262" name="Google Shape;262;p2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09650" y="3033712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566249" y="3033712"/>
            <a:ext cx="2286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3"/>
          <p:cNvSpPr txBox="1"/>
          <p:nvPr/>
        </p:nvSpPr>
        <p:spPr>
          <a:xfrm>
            <a:off x="571500" y="1406872"/>
            <a:ext cx="2562820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Future Plans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4"/>
          <p:cNvSpPr txBox="1"/>
          <p:nvPr/>
        </p:nvSpPr>
        <p:spPr>
          <a:xfrm>
            <a:off x="952500" y="2227957"/>
            <a:ext cx="6858000" cy="224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1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"This project represents my curiosity, persistence, and desire to become a cloud engineer. It proved I can learn anything by myself." </a:t>
            </a:r>
            <a:endParaRPr/>
          </a:p>
        </p:txBody>
      </p:sp>
      <p:sp>
        <p:nvSpPr>
          <p:cNvPr id="271" name="Google Shape;271;p24"/>
          <p:cNvSpPr txBox="1"/>
          <p:nvPr/>
        </p:nvSpPr>
        <p:spPr>
          <a:xfrm>
            <a:off x="3490912" y="4753867"/>
            <a:ext cx="17811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— Final Reflection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613</Words>
  <Application>Microsoft Office PowerPoint</Application>
  <PresentationFormat>Widescreen</PresentationFormat>
  <Paragraphs>68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Space Mono</vt:lpstr>
      <vt:lpstr>Urbanist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ASHISH</dc:creator>
  <cp:lastModifiedBy>Ashish Shaw</cp:lastModifiedBy>
  <cp:revision>1</cp:revision>
  <dcterms:modified xsi:type="dcterms:W3CDTF">2025-11-26T04:32:33Z</dcterms:modified>
</cp:coreProperties>
</file>